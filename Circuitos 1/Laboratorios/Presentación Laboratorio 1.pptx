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</p:sldIdLst>
  <p:sldSz cx="12192000" cy="6858000"/>
  <p:notesSz cx="6858000" cy="9144000"/>
  <p:embeddedFontLst>
    <p:embeddedFont>
      <p:font typeface="Play" panose="020B0604020202020204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1" d="100"/>
          <a:sy n="91" d="100"/>
        </p:scale>
        <p:origin x="-102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328202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 l="8913" r="26224"/>
          <a:stretch/>
        </p:blipFill>
        <p:spPr>
          <a:xfrm>
            <a:off x="4283902" y="10"/>
            <a:ext cx="7908098" cy="685799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C0C0C"/>
              </a:gs>
              <a:gs pos="36000">
                <a:srgbClr val="0C0C0C"/>
              </a:gs>
              <a:gs pos="81000">
                <a:srgbClr val="0C0C0C">
                  <a:alpha val="0"/>
                </a:srgbClr>
              </a:gs>
              <a:gs pos="100000">
                <a:srgbClr val="0C0C0C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28663" y="1115219"/>
            <a:ext cx="5505449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"/>
              <a:buNone/>
            </a:pPr>
            <a:r>
              <a:rPr lang="es-AR" sz="5000">
                <a:solidFill>
                  <a:schemeClr val="lt1"/>
                </a:solidFill>
              </a:rPr>
              <a:t>LABORATORIO #1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28663" y="3902075"/>
            <a:ext cx="5505449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AR" sz="2000">
                <a:solidFill>
                  <a:schemeClr val="lt1"/>
                </a:solidFill>
              </a:rPr>
              <a:t>CIRCUITOS 1 – INSTRUMENTAL E INFORME</a:t>
            </a:r>
            <a:endParaRPr/>
          </a:p>
        </p:txBody>
      </p:sp>
      <p:cxnSp>
        <p:nvCxnSpPr>
          <p:cNvPr id="89" name="Google Shape;89;p13"/>
          <p:cNvCxnSpPr/>
          <p:nvPr/>
        </p:nvCxnSpPr>
        <p:spPr>
          <a:xfrm rot="10800000">
            <a:off x="128585" y="3681408"/>
            <a:ext cx="11934820" cy="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336884" y="311449"/>
            <a:ext cx="4332307" cy="6179552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 txBox="1">
            <a:spLocks noGrp="1"/>
          </p:cNvSpPr>
          <p:nvPr>
            <p:ph type="title"/>
          </p:nvPr>
        </p:nvSpPr>
        <p:spPr>
          <a:xfrm>
            <a:off x="742950" y="742951"/>
            <a:ext cx="3476625" cy="4962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Play"/>
              <a:buNone/>
            </a:pPr>
            <a:r>
              <a:rPr lang="es-AR" sz="3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INSTRUMENTAL: Multímetro o Tester</a:t>
            </a:r>
            <a:endParaRPr/>
          </a:p>
        </p:txBody>
      </p:sp>
      <p:pic>
        <p:nvPicPr>
          <p:cNvPr id="96" name="Google Shape;96;p14" descr="Imagen que contiene circuito, medidor&#10;&#10;Descripción generada automáticamente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27701" r="5854"/>
          <a:stretch/>
        </p:blipFill>
        <p:spPr>
          <a:xfrm rot="5400000">
            <a:off x="5537235" y="156198"/>
            <a:ext cx="5786718" cy="6553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36834" t="26300" b="16399"/>
          <a:stretch/>
        </p:blipFill>
        <p:spPr>
          <a:xfrm rot="5400000">
            <a:off x="3686969" y="1831181"/>
            <a:ext cx="2168525" cy="1465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n que contiene interior, tabla, sostener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 l="31433" t="33299" r="18116" b="28186"/>
          <a:stretch/>
        </p:blipFill>
        <p:spPr>
          <a:xfrm rot="5400000">
            <a:off x="5083969" y="1950243"/>
            <a:ext cx="2168525" cy="122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n que contiene tabla, escritorio&#10;&#10;Descripción generada automáticamente"/>
          <p:cNvPicPr preferRelativeResize="0"/>
          <p:nvPr/>
        </p:nvPicPr>
        <p:blipFill rotWithShape="1">
          <a:blip r:embed="rId5">
            <a:alphaModFix/>
          </a:blip>
          <a:srcRect l="38841" t="32722" b="17021"/>
          <a:stretch/>
        </p:blipFill>
        <p:spPr>
          <a:xfrm>
            <a:off x="4038600" y="3697288"/>
            <a:ext cx="2741613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n que contiene caja, viejo, gato, refrigerador&#10;&#10;Descripción generada automáticamente"/>
          <p:cNvPicPr preferRelativeResize="0"/>
          <p:nvPr/>
        </p:nvPicPr>
        <p:blipFill rotWithShape="1">
          <a:blip r:embed="rId6">
            <a:alphaModFix/>
          </a:blip>
          <a:srcRect l="21304" t="12145" r="24058" b="6050"/>
          <a:stretch/>
        </p:blipFill>
        <p:spPr>
          <a:xfrm rot="5400000">
            <a:off x="7080250" y="1228725"/>
            <a:ext cx="3894138" cy="439578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ap="flat" cmpd="thinThick">
            <a:solidFill>
              <a:srgbClr val="26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lang="es-AR" sz="2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INSTRUMENTAL: Puntas y Conectores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766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6"/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ap="flat" cmpd="thinThick">
            <a:solidFill>
              <a:srgbClr val="26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lang="es-AR" sz="2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INSTRUMENTAL: Fuente de Alimentación</a:t>
            </a:r>
            <a:endParaRPr/>
          </a:p>
        </p:txBody>
      </p:sp>
      <p:pic>
        <p:nvPicPr>
          <p:cNvPr id="113" name="Google Shape;113;p16" descr="Un horno de microondas&#10;&#10;Descripción generada automáticamente con confianza media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10529" t="15888" r="3041" b="18581"/>
          <a:stretch/>
        </p:blipFill>
        <p:spPr>
          <a:xfrm>
            <a:off x="4038600" y="1376723"/>
            <a:ext cx="7188199" cy="4101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1517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7"/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ap="flat" cmpd="thinThick">
            <a:solidFill>
              <a:srgbClr val="26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lang="es-AR" sz="2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INSTRUMENTAL: Generador de Funciones</a:t>
            </a:r>
            <a:endParaRPr/>
          </a:p>
        </p:txBody>
      </p:sp>
      <p:pic>
        <p:nvPicPr>
          <p:cNvPr id="121" name="Google Shape;121;p17" descr="Una captura de pantalla de un celular&#10;&#10;Descripción generada automáticamente con confianza media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7472" b="26489"/>
          <a:stretch/>
        </p:blipFill>
        <p:spPr>
          <a:xfrm>
            <a:off x="4038600" y="1911726"/>
            <a:ext cx="7188199" cy="3031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8" descr="Imagen que contiene interior, monitor, microondas, computadora&#10;&#10;Descripción generada automáticamente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5006" b="10243"/>
          <a:stretch/>
        </p:blipFill>
        <p:spPr>
          <a:xfrm>
            <a:off x="20" y="9842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8"/>
          <p:cNvSpPr/>
          <p:nvPr/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lt1">
              <a:alpha val="9294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523875" y="5386064"/>
            <a:ext cx="11210925" cy="744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Play"/>
              <a:buNone/>
            </a:pPr>
            <a:r>
              <a:rPr lang="es-AR" sz="3600">
                <a:solidFill>
                  <a:srgbClr val="262626"/>
                </a:solidFill>
              </a:rPr>
              <a:t>INSTRUMENTAL: Osciloscopio</a:t>
            </a:r>
            <a:endParaRPr/>
          </a:p>
        </p:txBody>
      </p:sp>
      <p:cxnSp>
        <p:nvCxnSpPr>
          <p:cNvPr id="129" name="Google Shape;129;p18"/>
          <p:cNvCxnSpPr/>
          <p:nvPr/>
        </p:nvCxnSpPr>
        <p:spPr>
          <a:xfrm>
            <a:off x="0" y="5241983"/>
            <a:ext cx="12192000" cy="0"/>
          </a:xfrm>
          <a:prstGeom prst="straightConnector1">
            <a:avLst/>
          </a:prstGeom>
          <a:noFill/>
          <a:ln w="41275" cap="flat" cmpd="sng">
            <a:solidFill>
              <a:schemeClr val="lt1">
                <a:alpha val="89803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0" name="Google Shape;130;p18"/>
          <p:cNvCxnSpPr/>
          <p:nvPr/>
        </p:nvCxnSpPr>
        <p:spPr>
          <a:xfrm>
            <a:off x="0" y="6134852"/>
            <a:ext cx="12192000" cy="0"/>
          </a:xfrm>
          <a:prstGeom prst="straightConnector1">
            <a:avLst/>
          </a:prstGeom>
          <a:noFill/>
          <a:ln w="41275" cap="flat" cmpd="sng">
            <a:solidFill>
              <a:schemeClr val="lt1">
                <a:alpha val="89803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s-AR" sz="3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INSTRUMENTAL: PROTOBOARD</a:t>
            </a:r>
            <a:endParaRPr/>
          </a:p>
        </p:txBody>
      </p:sp>
      <p:sp>
        <p:nvSpPr>
          <p:cNvPr id="137" name="Google Shape;137;p19"/>
          <p:cNvSpPr/>
          <p:nvPr/>
        </p:nvSpPr>
        <p:spPr>
          <a:xfrm>
            <a:off x="643278" y="4409267"/>
            <a:ext cx="3255095" cy="18288"/>
          </a:xfrm>
          <a:custGeom>
            <a:avLst/>
            <a:gdLst/>
            <a:ahLst/>
            <a:cxnLst/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9" descr="Imagen que contiene Calendario&#10;&#10;Descripción generada automáticamente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14755" t="23901" r="2573" b="29300"/>
          <a:stretch/>
        </p:blipFill>
        <p:spPr>
          <a:xfrm>
            <a:off x="4654296" y="1878672"/>
            <a:ext cx="7214616" cy="3073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766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6"/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ap="flat" cmpd="thinThick">
            <a:solidFill>
              <a:srgbClr val="26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lang="es-AR" sz="2000" dirty="0" smtClean="0">
                <a:solidFill>
                  <a:srgbClr val="FFFFFF"/>
                </a:solidFill>
              </a:rPr>
              <a:t>LM741 / UA741</a:t>
            </a:r>
            <a:r>
              <a:rPr lang="es-AR" sz="2000" dirty="0" smtClean="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: </a:t>
            </a:r>
            <a:br>
              <a:rPr lang="es-AR" sz="2000" dirty="0" smtClean="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lang="es-AR" sz="2000" dirty="0" smtClean="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IC OPAMP</a:t>
            </a:r>
            <a:endParaRPr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816478"/>
            <a:ext cx="4738836" cy="3225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01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1517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7"/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ap="flat" cmpd="thinThick">
            <a:solidFill>
              <a:srgbClr val="26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lang="es-AR" sz="2000" dirty="0" smtClean="0">
                <a:solidFill>
                  <a:srgbClr val="FFFFFF"/>
                </a:solidFill>
              </a:rPr>
              <a:t>RESISTENCIAS y CAPACITORES:LECTURA</a:t>
            </a:r>
            <a:endParaRPr dirty="0"/>
          </a:p>
        </p:txBody>
      </p:sp>
      <p:pic>
        <p:nvPicPr>
          <p:cNvPr id="7" name="6 Imagen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80"/>
          <a:stretch/>
        </p:blipFill>
        <p:spPr>
          <a:xfrm>
            <a:off x="3575720" y="7761"/>
            <a:ext cx="4846216" cy="3686625"/>
          </a:xfrm>
          <a:prstGeom prst="rect">
            <a:avLst/>
          </a:prstGeom>
        </p:spPr>
      </p:pic>
      <p:pic>
        <p:nvPicPr>
          <p:cNvPr id="9" name="8 Image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8008" y="3861048"/>
            <a:ext cx="5029200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247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20" descr="Calculadora, lápiz, brújula, dinero y un papel con gráficos impresos en él"/>
          <p:cNvPicPr preferRelativeResize="0"/>
          <p:nvPr/>
        </p:nvPicPr>
        <p:blipFill rotWithShape="1">
          <a:blip r:embed="rId3">
            <a:alphaModFix/>
          </a:blip>
          <a:srcRect b="6639"/>
          <a:stretch/>
        </p:blipFill>
        <p:spPr>
          <a:xfrm>
            <a:off x="20" y="10"/>
            <a:ext cx="12191980" cy="685799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560655" y="6858000"/>
                </a:lnTo>
                <a:lnTo>
                  <a:pt x="11572884" y="6759738"/>
                </a:lnTo>
                <a:cubicBezTo>
                  <a:pt x="11663744" y="6693104"/>
                  <a:pt x="11749315" y="6619456"/>
                  <a:pt x="11812292" y="6532282"/>
                </a:cubicBezTo>
                <a:cubicBezTo>
                  <a:pt x="11851232" y="6478675"/>
                  <a:pt x="11886807" y="6425068"/>
                  <a:pt x="11956995" y="6386992"/>
                </a:cubicBezTo>
                <a:cubicBezTo>
                  <a:pt x="11918054" y="6334888"/>
                  <a:pt x="11851232" y="6322863"/>
                  <a:pt x="11801234" y="6284788"/>
                </a:cubicBezTo>
                <a:cubicBezTo>
                  <a:pt x="11797390" y="6253224"/>
                  <a:pt x="11876711" y="6262743"/>
                  <a:pt x="11856520" y="6193604"/>
                </a:cubicBezTo>
                <a:cubicBezTo>
                  <a:pt x="11829119" y="6101419"/>
                  <a:pt x="11858923" y="5996209"/>
                  <a:pt x="11722875" y="5956630"/>
                </a:cubicBezTo>
                <a:cubicBezTo>
                  <a:pt x="11686819" y="5866950"/>
                  <a:pt x="11676724" y="5723664"/>
                  <a:pt x="11763258" y="5635988"/>
                </a:cubicBezTo>
                <a:cubicBezTo>
                  <a:pt x="11892094" y="5505226"/>
                  <a:pt x="11871424" y="5422059"/>
                  <a:pt x="11706050" y="5351418"/>
                </a:cubicBezTo>
                <a:cubicBezTo>
                  <a:pt x="11684896" y="5342400"/>
                  <a:pt x="11707491" y="4786287"/>
                  <a:pt x="11697876" y="4763241"/>
                </a:cubicBezTo>
                <a:cubicBezTo>
                  <a:pt x="11713260" y="4731677"/>
                  <a:pt x="11749315" y="4739192"/>
                  <a:pt x="11776236" y="4730675"/>
                </a:cubicBezTo>
                <a:cubicBezTo>
                  <a:pt x="11894018" y="4694603"/>
                  <a:pt x="11897864" y="4694603"/>
                  <a:pt x="11868540" y="4584884"/>
                </a:cubicBezTo>
                <a:cubicBezTo>
                  <a:pt x="11859884" y="4551817"/>
                  <a:pt x="11880076" y="4538289"/>
                  <a:pt x="11898825" y="4517749"/>
                </a:cubicBezTo>
                <a:cubicBezTo>
                  <a:pt x="11969013" y="4441095"/>
                  <a:pt x="11969494" y="4440094"/>
                  <a:pt x="11897864" y="4375464"/>
                </a:cubicBezTo>
                <a:cubicBezTo>
                  <a:pt x="11877192" y="4356928"/>
                  <a:pt x="11863252" y="4336887"/>
                  <a:pt x="11854116" y="4311838"/>
                </a:cubicBezTo>
                <a:cubicBezTo>
                  <a:pt x="11837290" y="4266245"/>
                  <a:pt x="11837771" y="4228169"/>
                  <a:pt x="11901709" y="4203620"/>
                </a:cubicBezTo>
                <a:cubicBezTo>
                  <a:pt x="11946418" y="4186086"/>
                  <a:pt x="11971897" y="4166044"/>
                  <a:pt x="11974782" y="4114442"/>
                </a:cubicBezTo>
                <a:cubicBezTo>
                  <a:pt x="11976706" y="4071355"/>
                  <a:pt x="11981993" y="4043299"/>
                  <a:pt x="11932476" y="4024762"/>
                </a:cubicBezTo>
                <a:cubicBezTo>
                  <a:pt x="11892576" y="4009732"/>
                  <a:pt x="11881038" y="3977668"/>
                  <a:pt x="11885365" y="3939592"/>
                </a:cubicBezTo>
                <a:cubicBezTo>
                  <a:pt x="11895460" y="3846405"/>
                  <a:pt x="11841137" y="3791796"/>
                  <a:pt x="11751719" y="3749211"/>
                </a:cubicBezTo>
                <a:cubicBezTo>
                  <a:pt x="11666628" y="3708629"/>
                  <a:pt x="11592115" y="3654019"/>
                  <a:pt x="11513754" y="3604420"/>
                </a:cubicBezTo>
                <a:cubicBezTo>
                  <a:pt x="11426740" y="3549310"/>
                  <a:pt x="11325786" y="3516243"/>
                  <a:pt x="11220504" y="3488188"/>
                </a:cubicBezTo>
                <a:cubicBezTo>
                  <a:pt x="11239734" y="3448108"/>
                  <a:pt x="11306076" y="3470653"/>
                  <a:pt x="11312805" y="3414541"/>
                </a:cubicBezTo>
                <a:cubicBezTo>
                  <a:pt x="11148394" y="3366945"/>
                  <a:pt x="10991193" y="3295301"/>
                  <a:pt x="10805146" y="3277767"/>
                </a:cubicBezTo>
                <a:cubicBezTo>
                  <a:pt x="10955618" y="3286784"/>
                  <a:pt x="11092147" y="3222154"/>
                  <a:pt x="11234926" y="3203117"/>
                </a:cubicBezTo>
                <a:cubicBezTo>
                  <a:pt x="11248386" y="3171554"/>
                  <a:pt x="11217140" y="3179569"/>
                  <a:pt x="11204640" y="3174060"/>
                </a:cubicBezTo>
                <a:cubicBezTo>
                  <a:pt x="11192140" y="3168047"/>
                  <a:pt x="11176757" y="3166042"/>
                  <a:pt x="11174834" y="3143498"/>
                </a:cubicBezTo>
                <a:cubicBezTo>
                  <a:pt x="11243580" y="3110932"/>
                  <a:pt x="11329632" y="3132475"/>
                  <a:pt x="11400780" y="3099410"/>
                </a:cubicBezTo>
                <a:cubicBezTo>
                  <a:pt x="11384916" y="3051314"/>
                  <a:pt x="11323382" y="3080371"/>
                  <a:pt x="11297902" y="3041793"/>
                </a:cubicBezTo>
                <a:cubicBezTo>
                  <a:pt x="11364246" y="3034780"/>
                  <a:pt x="11425779" y="3031774"/>
                  <a:pt x="11485870" y="3021253"/>
                </a:cubicBezTo>
                <a:cubicBezTo>
                  <a:pt x="11532984" y="3013236"/>
                  <a:pt x="11545964" y="2972154"/>
                  <a:pt x="11513754" y="2944098"/>
                </a:cubicBezTo>
                <a:cubicBezTo>
                  <a:pt x="11484909" y="2919049"/>
                  <a:pt x="11442604" y="2917044"/>
                  <a:pt x="11405107" y="2906523"/>
                </a:cubicBezTo>
                <a:cubicBezTo>
                  <a:pt x="11137817" y="2833377"/>
                  <a:pt x="10857066" y="2809829"/>
                  <a:pt x="10572950" y="2803317"/>
                </a:cubicBezTo>
                <a:cubicBezTo>
                  <a:pt x="10117210" y="2792795"/>
                  <a:pt x="9660028" y="2793297"/>
                  <a:pt x="9205250" y="2778767"/>
                </a:cubicBezTo>
                <a:cubicBezTo>
                  <a:pt x="8996489" y="2772379"/>
                  <a:pt x="8788540" y="2761765"/>
                  <a:pt x="8579578" y="2759181"/>
                </a:cubicBezTo>
                <a:cubicBezTo>
                  <a:pt x="8509922" y="2758320"/>
                  <a:pt x="8440155" y="2758352"/>
                  <a:pt x="8370208" y="2759730"/>
                </a:cubicBezTo>
                <a:cubicBezTo>
                  <a:pt x="8070708" y="2765742"/>
                  <a:pt x="7771690" y="2764238"/>
                  <a:pt x="7470748" y="2819849"/>
                </a:cubicBezTo>
                <a:cubicBezTo>
                  <a:pt x="7316911" y="2848407"/>
                  <a:pt x="7156825" y="2838887"/>
                  <a:pt x="7001547" y="2861432"/>
                </a:cubicBezTo>
                <a:cubicBezTo>
                  <a:pt x="6765024" y="2896002"/>
                  <a:pt x="6528501" y="2936583"/>
                  <a:pt x="6295343" y="2988688"/>
                </a:cubicBezTo>
                <a:cubicBezTo>
                  <a:pt x="6222271" y="3005220"/>
                  <a:pt x="6131892" y="3015241"/>
                  <a:pt x="6075166" y="3078367"/>
                </a:cubicBezTo>
                <a:cubicBezTo>
                  <a:pt x="5985266" y="3038288"/>
                  <a:pt x="5929502" y="3113938"/>
                  <a:pt x="5859314" y="3139490"/>
                </a:cubicBezTo>
                <a:cubicBezTo>
                  <a:pt x="5831912" y="3149510"/>
                  <a:pt x="5795857" y="3163538"/>
                  <a:pt x="5800183" y="3195101"/>
                </a:cubicBezTo>
                <a:cubicBezTo>
                  <a:pt x="5804030" y="3234680"/>
                  <a:pt x="5844410" y="3260231"/>
                  <a:pt x="5882870" y="3252215"/>
                </a:cubicBezTo>
                <a:cubicBezTo>
                  <a:pt x="6002574" y="3227164"/>
                  <a:pt x="6109777" y="3283277"/>
                  <a:pt x="6232848" y="3274760"/>
                </a:cubicBezTo>
                <a:cubicBezTo>
                  <a:pt x="6125643" y="3298808"/>
                  <a:pt x="6018918" y="3323358"/>
                  <a:pt x="5911715" y="3347407"/>
                </a:cubicBezTo>
                <a:cubicBezTo>
                  <a:pt x="6070839" y="3366444"/>
                  <a:pt x="6227559" y="3332376"/>
                  <a:pt x="6384279" y="3312836"/>
                </a:cubicBezTo>
                <a:cubicBezTo>
                  <a:pt x="6434757" y="3306824"/>
                  <a:pt x="6513117" y="3260732"/>
                  <a:pt x="6526097" y="3325362"/>
                </a:cubicBezTo>
                <a:cubicBezTo>
                  <a:pt x="6534750" y="3368448"/>
                  <a:pt x="6450622" y="3371454"/>
                  <a:pt x="6403028" y="3383478"/>
                </a:cubicBezTo>
                <a:cubicBezTo>
                  <a:pt x="6192945" y="3435081"/>
                  <a:pt x="5979497" y="3465141"/>
                  <a:pt x="5767013" y="3500713"/>
                </a:cubicBezTo>
                <a:cubicBezTo>
                  <a:pt x="5746822" y="3504220"/>
                  <a:pt x="5720381" y="3501214"/>
                  <a:pt x="5706920" y="3511233"/>
                </a:cubicBezTo>
                <a:cubicBezTo>
                  <a:pt x="5598272" y="3591895"/>
                  <a:pt x="5460782" y="3618449"/>
                  <a:pt x="5310793" y="3677066"/>
                </a:cubicBezTo>
                <a:cubicBezTo>
                  <a:pt x="5405498" y="3704622"/>
                  <a:pt x="5469435" y="3648007"/>
                  <a:pt x="5548276" y="3660533"/>
                </a:cubicBezTo>
                <a:cubicBezTo>
                  <a:pt x="5467993" y="3721154"/>
                  <a:pt x="5374730" y="3732677"/>
                  <a:pt x="5293005" y="3765743"/>
                </a:cubicBezTo>
                <a:cubicBezTo>
                  <a:pt x="5234355" y="3789291"/>
                  <a:pt x="5016580" y="3862938"/>
                  <a:pt x="4983410" y="3883981"/>
                </a:cubicBezTo>
                <a:cubicBezTo>
                  <a:pt x="4883416" y="3949110"/>
                  <a:pt x="4756501" y="3979672"/>
                  <a:pt x="4674775" y="4068850"/>
                </a:cubicBezTo>
                <a:cubicBezTo>
                  <a:pt x="4617087" y="4131477"/>
                  <a:pt x="4520939" y="4119952"/>
                  <a:pt x="4453155" y="4163539"/>
                </a:cubicBezTo>
                <a:cubicBezTo>
                  <a:pt x="4429119" y="4204622"/>
                  <a:pt x="4475751" y="4215143"/>
                  <a:pt x="4492095" y="4237188"/>
                </a:cubicBezTo>
                <a:cubicBezTo>
                  <a:pt x="4513728" y="4266746"/>
                  <a:pt x="4475269" y="4283280"/>
                  <a:pt x="4464213" y="4318851"/>
                </a:cubicBezTo>
                <a:cubicBezTo>
                  <a:pt x="4591608" y="4278771"/>
                  <a:pt x="4713234" y="4255223"/>
                  <a:pt x="4857456" y="4241696"/>
                </a:cubicBezTo>
                <a:cubicBezTo>
                  <a:pt x="4809862" y="4299311"/>
                  <a:pt x="4752174" y="4274261"/>
                  <a:pt x="4713234" y="4295303"/>
                </a:cubicBezTo>
                <a:cubicBezTo>
                  <a:pt x="4687756" y="4308830"/>
                  <a:pt x="4648816" y="4314843"/>
                  <a:pt x="4656026" y="4348410"/>
                </a:cubicBezTo>
                <a:cubicBezTo>
                  <a:pt x="4661795" y="4374963"/>
                  <a:pt x="4694486" y="4371456"/>
                  <a:pt x="4718523" y="4368951"/>
                </a:cubicBezTo>
                <a:cubicBezTo>
                  <a:pt x="4810825" y="4359433"/>
                  <a:pt x="4900722" y="4356425"/>
                  <a:pt x="4989178" y="4420054"/>
                </a:cubicBezTo>
                <a:cubicBezTo>
                  <a:pt x="4764193" y="4512739"/>
                  <a:pt x="4505557" y="4473661"/>
                  <a:pt x="4304127" y="4609933"/>
                </a:cubicBezTo>
                <a:cubicBezTo>
                  <a:pt x="4332491" y="4652018"/>
                  <a:pt x="4372871" y="4629473"/>
                  <a:pt x="4402677" y="4624463"/>
                </a:cubicBezTo>
                <a:cubicBezTo>
                  <a:pt x="4598338" y="4590394"/>
                  <a:pt x="5297331" y="4651016"/>
                  <a:pt x="5398287" y="4608430"/>
                </a:cubicBezTo>
                <a:cubicBezTo>
                  <a:pt x="5460301" y="4582379"/>
                  <a:pt x="5525682" y="4569853"/>
                  <a:pt x="5592504" y="4585886"/>
                </a:cubicBezTo>
                <a:cubicBezTo>
                  <a:pt x="5656923" y="4601416"/>
                  <a:pt x="5640578" y="4819353"/>
                  <a:pt x="5411266" y="4964142"/>
                </a:cubicBezTo>
                <a:cubicBezTo>
                  <a:pt x="5378575" y="4984684"/>
                  <a:pt x="5524721" y="5014244"/>
                  <a:pt x="5480493" y="5031277"/>
                </a:cubicBezTo>
                <a:cubicBezTo>
                  <a:pt x="5445880" y="5044804"/>
                  <a:pt x="5276179" y="5037289"/>
                  <a:pt x="5233393" y="5047810"/>
                </a:cubicBezTo>
                <a:cubicBezTo>
                  <a:pt x="5216567" y="5052318"/>
                  <a:pt x="4701216" y="5221157"/>
                  <a:pt x="4750251" y="5256728"/>
                </a:cubicBezTo>
                <a:cubicBezTo>
                  <a:pt x="4896877" y="5363441"/>
                  <a:pt x="5388190" y="5558833"/>
                  <a:pt x="4508440" y="5624965"/>
                </a:cubicBezTo>
                <a:cubicBezTo>
                  <a:pt x="4536323" y="5663542"/>
                  <a:pt x="4613241" y="5638994"/>
                  <a:pt x="4602665" y="5706629"/>
                </a:cubicBezTo>
                <a:cubicBezTo>
                  <a:pt x="4485845" y="5743202"/>
                  <a:pt x="4350758" y="5741198"/>
                  <a:pt x="4215189" y="5797811"/>
                </a:cubicBezTo>
                <a:cubicBezTo>
                  <a:pt x="4276245" y="5838893"/>
                  <a:pt x="4346432" y="5813844"/>
                  <a:pt x="4407966" y="5826870"/>
                </a:cubicBezTo>
                <a:cubicBezTo>
                  <a:pt x="4373353" y="5878473"/>
                  <a:pt x="4313741" y="5870457"/>
                  <a:pt x="4265186" y="5881478"/>
                </a:cubicBezTo>
                <a:cubicBezTo>
                  <a:pt x="4220479" y="5892001"/>
                  <a:pt x="4125774" y="5981680"/>
                  <a:pt x="4145964" y="5977170"/>
                </a:cubicBezTo>
                <a:cubicBezTo>
                  <a:pt x="4332971" y="5937091"/>
                  <a:pt x="4522862" y="5948113"/>
                  <a:pt x="4710350" y="5909035"/>
                </a:cubicBezTo>
                <a:cubicBezTo>
                  <a:pt x="4772366" y="5896009"/>
                  <a:pt x="4842554" y="5870958"/>
                  <a:pt x="4870916" y="5949616"/>
                </a:cubicBezTo>
                <a:cubicBezTo>
                  <a:pt x="4879571" y="5972663"/>
                  <a:pt x="4873320" y="5980177"/>
                  <a:pt x="4960333" y="5949115"/>
                </a:cubicBezTo>
                <a:cubicBezTo>
                  <a:pt x="4994466" y="5937091"/>
                  <a:pt x="5039656" y="5924065"/>
                  <a:pt x="5073788" y="5953623"/>
                </a:cubicBezTo>
                <a:cubicBezTo>
                  <a:pt x="5052154" y="5990698"/>
                  <a:pt x="5010331" y="5979675"/>
                  <a:pt x="4979084" y="5990197"/>
                </a:cubicBezTo>
                <a:cubicBezTo>
                  <a:pt x="4896397" y="6017250"/>
                  <a:pt x="5180513" y="6120457"/>
                  <a:pt x="5100228" y="6151519"/>
                </a:cubicBezTo>
                <a:cubicBezTo>
                  <a:pt x="4935817" y="6215148"/>
                  <a:pt x="4832938" y="6196611"/>
                  <a:pt x="4666602" y="6266250"/>
                </a:cubicBezTo>
                <a:cubicBezTo>
                  <a:pt x="4723331" y="6264746"/>
                  <a:pt x="4706024" y="6288795"/>
                  <a:pt x="4762750" y="6288795"/>
                </a:cubicBezTo>
                <a:cubicBezTo>
                  <a:pt x="4788229" y="6288795"/>
                  <a:pt x="4815151" y="6294807"/>
                  <a:pt x="4815151" y="6322363"/>
                </a:cubicBezTo>
                <a:cubicBezTo>
                  <a:pt x="4815151" y="6348414"/>
                  <a:pt x="4516613" y="6491199"/>
                  <a:pt x="4558918" y="6504727"/>
                </a:cubicBezTo>
                <a:cubicBezTo>
                  <a:pt x="4674295" y="6541299"/>
                  <a:pt x="4970431" y="6429075"/>
                  <a:pt x="4899280" y="6480679"/>
                </a:cubicBezTo>
                <a:cubicBezTo>
                  <a:pt x="4791114" y="6559337"/>
                  <a:pt x="4774769" y="6574868"/>
                  <a:pt x="4692563" y="6586391"/>
                </a:cubicBezTo>
                <a:cubicBezTo>
                  <a:pt x="4621894" y="6596411"/>
                  <a:pt x="4373353" y="6816352"/>
                  <a:pt x="4303645" y="6834888"/>
                </a:cubicBezTo>
                <a:cubicBezTo>
                  <a:pt x="4288262" y="6838896"/>
                  <a:pt x="4291687" y="6845065"/>
                  <a:pt x="4307829" y="6852361"/>
                </a:cubicBezTo>
                <a:lnTo>
                  <a:pt x="4323786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45" name="Google Shape;145;p20"/>
          <p:cNvSpPr txBox="1">
            <a:spLocks noGrp="1"/>
          </p:cNvSpPr>
          <p:nvPr>
            <p:ph type="title"/>
          </p:nvPr>
        </p:nvSpPr>
        <p:spPr>
          <a:xfrm>
            <a:off x="5801709" y="3159719"/>
            <a:ext cx="5552090" cy="1336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s-AR"/>
              <a:t>INFORME</a:t>
            </a:r>
            <a:endParaRPr/>
          </a:p>
        </p:txBody>
      </p:sp>
      <p:sp>
        <p:nvSpPr>
          <p:cNvPr id="146" name="Google Shape;146;p20"/>
          <p:cNvSpPr txBox="1">
            <a:spLocks noGrp="1"/>
          </p:cNvSpPr>
          <p:nvPr>
            <p:ph type="body" idx="1"/>
          </p:nvPr>
        </p:nvSpPr>
        <p:spPr>
          <a:xfrm>
            <a:off x="5801709" y="4572000"/>
            <a:ext cx="5552089" cy="164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s-AR" sz="1700"/>
              <a:t>1 POR GRUPO. CARGAR EN EL CAMPUS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s-AR" sz="1700"/>
              <a:t>MÁXIMO 6 PÁGINAS. FORMATO A ELECCIÓN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s-AR" sz="1700"/>
              <a:t>DEBE CONTENER RESULTADOS TEÓRICOS, SIMULADOS Y MEDIDOS.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s-AR" sz="1700"/>
              <a:t>PLAZO DE ENTREGA DE 15 DÍAS CORRIDOS.</a:t>
            </a:r>
            <a:endParaRPr/>
          </a:p>
          <a:p>
            <a:pPr marL="228600" lvl="0" indent="-1206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17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75</Words>
  <Application>Microsoft Office PowerPoint</Application>
  <PresentationFormat>Personalizado</PresentationFormat>
  <Paragraphs>15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Play</vt:lpstr>
      <vt:lpstr>Tema de Office</vt:lpstr>
      <vt:lpstr>LABORATORIO #1</vt:lpstr>
      <vt:lpstr>INSTRUMENTAL: Multímetro o Tester</vt:lpstr>
      <vt:lpstr>INSTRUMENTAL: Puntas y Conectores</vt:lpstr>
      <vt:lpstr>INSTRUMENTAL: Fuente de Alimentación</vt:lpstr>
      <vt:lpstr>INSTRUMENTAL: Generador de Funciones</vt:lpstr>
      <vt:lpstr>INSTRUMENTAL: Osciloscopio</vt:lpstr>
      <vt:lpstr>INSTRUMENTAL: PROTOBOARD</vt:lpstr>
      <vt:lpstr>LM741 / UA741:  IC OPAMP</vt:lpstr>
      <vt:lpstr>RESISTENCIAS y CAPACITORES:LECTURA</vt:lpstr>
      <vt:lpstr>INFORME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LABORATORIO #1</dc:title>
  <cp:lastModifiedBy>Yo</cp:lastModifiedBy>
  <cp:revision>2</cp:revision>
  <dcterms:modified xsi:type="dcterms:W3CDTF">2024-04-03T16:31:33Z</dcterms:modified>
</cp:coreProperties>
</file>
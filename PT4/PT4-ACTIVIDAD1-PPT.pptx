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52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94" d="100"/>
          <a:sy n="94" d="100"/>
        </p:scale>
        <p:origin x="-882" y="1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0rYELlHRaqggOJJ-awlfc-lbIeZhaUKD/view" TargetMode="External"/><Relationship Id="rId2" Type="http://schemas.openxmlformats.org/officeDocument/2006/relationships/hyperlink" Target="https://www.analog.com/en/design-center/design-tools-and-calculators/ltspice-simulator.html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lldatasheet.es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drive/folders/1RLn19_n7JNeIaS6z8DWM_Hbi3slp9_A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rPr sz="1800" dirty="0" err="1"/>
              <a:t>Objetivo</a:t>
            </a:r>
            <a:r>
              <a:rPr sz="1800" dirty="0"/>
              <a:t>: </a:t>
            </a:r>
            <a:r>
              <a:rPr sz="1800" dirty="0" err="1"/>
              <a:t>Familiarizarse</a:t>
            </a:r>
            <a:r>
              <a:rPr sz="1800" dirty="0"/>
              <a:t> con </a:t>
            </a:r>
            <a:r>
              <a:rPr sz="1800" b="1" dirty="0" err="1"/>
              <a:t>LTSpice</a:t>
            </a:r>
            <a:r>
              <a:rPr sz="1800" dirty="0"/>
              <a:t>, </a:t>
            </a:r>
            <a:r>
              <a:rPr sz="1800" dirty="0" err="1"/>
              <a:t>realizar</a:t>
            </a:r>
            <a:r>
              <a:rPr sz="1800" dirty="0"/>
              <a:t> la </a:t>
            </a:r>
            <a:r>
              <a:rPr sz="1800" dirty="0" err="1"/>
              <a:t>primera</a:t>
            </a:r>
            <a:r>
              <a:rPr sz="1800" dirty="0"/>
              <a:t> </a:t>
            </a:r>
            <a:r>
              <a:rPr sz="1800" dirty="0" err="1"/>
              <a:t>simulación</a:t>
            </a:r>
            <a:r>
              <a:rPr sz="1800" dirty="0"/>
              <a:t> </a:t>
            </a:r>
            <a:r>
              <a:rPr sz="1800" dirty="0" err="1"/>
              <a:t>básica</a:t>
            </a:r>
            <a:r>
              <a:rPr sz="1800" dirty="0"/>
              <a:t> y </a:t>
            </a:r>
            <a:r>
              <a:rPr sz="1800" dirty="0" err="1"/>
              <a:t>vincular</a:t>
            </a:r>
            <a:r>
              <a:rPr sz="1800" dirty="0"/>
              <a:t> </a:t>
            </a:r>
            <a:r>
              <a:rPr sz="1800" dirty="0" err="1"/>
              <a:t>resultados</a:t>
            </a:r>
            <a:r>
              <a:rPr sz="1800" dirty="0"/>
              <a:t> </a:t>
            </a:r>
            <a:r>
              <a:rPr sz="1800" dirty="0" err="1"/>
              <a:t>virtuales</a:t>
            </a:r>
            <a:r>
              <a:rPr sz="1800" dirty="0"/>
              <a:t> con </a:t>
            </a:r>
            <a:r>
              <a:rPr sz="1800" dirty="0" err="1"/>
              <a:t>componentes</a:t>
            </a:r>
            <a:r>
              <a:rPr sz="1800" dirty="0"/>
              <a:t> </a:t>
            </a:r>
            <a:r>
              <a:rPr sz="1800" dirty="0" err="1"/>
              <a:t>reales</a:t>
            </a:r>
            <a:r>
              <a:rPr sz="1800" dirty="0"/>
              <a:t>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rPr sz="1800" dirty="0"/>
              <a:t>¿</a:t>
            </a:r>
            <a:r>
              <a:rPr sz="1800" dirty="0" err="1"/>
              <a:t>Qué</a:t>
            </a:r>
            <a:r>
              <a:rPr sz="1800" dirty="0"/>
              <a:t> </a:t>
            </a:r>
            <a:r>
              <a:rPr sz="1800" dirty="0" err="1"/>
              <a:t>es</a:t>
            </a:r>
            <a:r>
              <a:rPr sz="1800" dirty="0"/>
              <a:t> </a:t>
            </a:r>
            <a:r>
              <a:rPr sz="1800" dirty="0" err="1"/>
              <a:t>LTSpice</a:t>
            </a:r>
            <a:r>
              <a:rPr sz="1800" dirty="0"/>
              <a:t>?: </a:t>
            </a:r>
            <a:r>
              <a:rPr sz="1800" dirty="0" err="1"/>
              <a:t>Simulador</a:t>
            </a:r>
            <a:r>
              <a:rPr sz="1800" dirty="0"/>
              <a:t> de </a:t>
            </a:r>
            <a:r>
              <a:rPr sz="1800" dirty="0" err="1"/>
              <a:t>circuitos</a:t>
            </a:r>
            <a:r>
              <a:rPr sz="1800" dirty="0"/>
              <a:t> </a:t>
            </a:r>
            <a:r>
              <a:rPr sz="1800" dirty="0" err="1"/>
              <a:t>electrónicos</a:t>
            </a:r>
            <a:r>
              <a:rPr sz="1800" dirty="0"/>
              <a:t> </a:t>
            </a:r>
            <a:r>
              <a:rPr sz="1800" dirty="0" err="1"/>
              <a:t>gratuito</a:t>
            </a:r>
            <a:r>
              <a:rPr sz="1800" dirty="0"/>
              <a:t>, </a:t>
            </a:r>
            <a:r>
              <a:rPr sz="1800" dirty="0" err="1"/>
              <a:t>usado</a:t>
            </a:r>
            <a:r>
              <a:rPr sz="1800" dirty="0"/>
              <a:t> </a:t>
            </a:r>
            <a:r>
              <a:rPr sz="1800" dirty="0" err="1"/>
              <a:t>en</a:t>
            </a:r>
            <a:r>
              <a:rPr sz="1800" dirty="0"/>
              <a:t> academia e </a:t>
            </a:r>
            <a:r>
              <a:rPr sz="1800" dirty="0" err="1"/>
              <a:t>industria</a:t>
            </a:r>
            <a:r>
              <a:rPr sz="1800" dirty="0"/>
              <a:t>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rPr sz="1800" dirty="0" err="1"/>
              <a:t>Ventajas</a:t>
            </a:r>
            <a:r>
              <a:rPr sz="1800" dirty="0"/>
              <a:t>: </a:t>
            </a:r>
            <a:r>
              <a:rPr sz="1800" dirty="0" err="1"/>
              <a:t>Diseño</a:t>
            </a:r>
            <a:r>
              <a:rPr sz="1800" dirty="0"/>
              <a:t> </a:t>
            </a:r>
            <a:r>
              <a:rPr sz="1800" dirty="0" err="1"/>
              <a:t>rápido</a:t>
            </a:r>
            <a:r>
              <a:rPr sz="1800" dirty="0"/>
              <a:t>, </a:t>
            </a:r>
            <a:r>
              <a:rPr sz="1800" dirty="0" err="1"/>
              <a:t>observación</a:t>
            </a:r>
            <a:r>
              <a:rPr sz="1800" dirty="0"/>
              <a:t> </a:t>
            </a:r>
            <a:r>
              <a:rPr sz="1800" dirty="0" err="1"/>
              <a:t>gráfica</a:t>
            </a:r>
            <a:r>
              <a:rPr sz="1800" dirty="0"/>
              <a:t> de </a:t>
            </a:r>
            <a:r>
              <a:rPr sz="1800" dirty="0" err="1"/>
              <a:t>tensiones</a:t>
            </a:r>
            <a:r>
              <a:rPr sz="1800" dirty="0"/>
              <a:t>/</a:t>
            </a:r>
            <a:r>
              <a:rPr sz="1800" dirty="0" err="1"/>
              <a:t>corrientes</a:t>
            </a:r>
            <a:r>
              <a:rPr sz="1800" dirty="0"/>
              <a:t>, </a:t>
            </a:r>
            <a:r>
              <a:rPr sz="1800" dirty="0" err="1"/>
              <a:t>reducción</a:t>
            </a:r>
            <a:r>
              <a:rPr sz="1800" dirty="0"/>
              <a:t> de </a:t>
            </a:r>
            <a:r>
              <a:rPr sz="1800" dirty="0" err="1"/>
              <a:t>errores</a:t>
            </a:r>
            <a:r>
              <a:rPr sz="1800" dirty="0"/>
              <a:t> antes del </a:t>
            </a:r>
            <a:r>
              <a:rPr sz="1800" dirty="0" err="1"/>
              <a:t>prototipado</a:t>
            </a:r>
            <a:r>
              <a:rPr sz="1800" dirty="0"/>
              <a:t>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rPr sz="1800" dirty="0" err="1"/>
              <a:t>Recursos</a:t>
            </a:r>
            <a:r>
              <a:rPr sz="1800" dirty="0"/>
              <a:t>: </a:t>
            </a:r>
            <a:r>
              <a:rPr sz="1800" dirty="0" err="1"/>
              <a:t>Descarga</a:t>
            </a:r>
            <a:r>
              <a:rPr sz="1800" dirty="0"/>
              <a:t> </a:t>
            </a:r>
            <a:r>
              <a:rPr sz="1800" dirty="0" err="1"/>
              <a:t>LTSpice</a:t>
            </a:r>
            <a:r>
              <a:rPr sz="1800" dirty="0"/>
              <a:t> - </a:t>
            </a:r>
            <a:r>
              <a:rPr sz="1800" dirty="0">
                <a:hlinkClick r:id="rId2"/>
              </a:rPr>
              <a:t>https://</a:t>
            </a:r>
            <a:r>
              <a:rPr sz="1800" dirty="0" smtClean="0">
                <a:hlinkClick r:id="rId2"/>
              </a:rPr>
              <a:t>www.analog.com/en/design-center/design-tools-and-calculators/ltspice-simulator.html</a:t>
            </a:r>
            <a:r>
              <a:rPr lang="es-AR" sz="1800" dirty="0" smtClean="0"/>
              <a:t> </a:t>
            </a:r>
            <a:endParaRPr sz="1800" dirty="0"/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rPr sz="1800" dirty="0" err="1"/>
              <a:t>Libro</a:t>
            </a:r>
            <a:r>
              <a:rPr sz="1800" dirty="0"/>
              <a:t> UNLP – González, M.L. (2018) - </a:t>
            </a:r>
            <a:r>
              <a:rPr sz="1800" dirty="0">
                <a:hlinkClick r:id="rId3"/>
              </a:rPr>
              <a:t>https://</a:t>
            </a:r>
            <a:r>
              <a:rPr sz="1800" dirty="0" smtClean="0">
                <a:hlinkClick r:id="rId3"/>
              </a:rPr>
              <a:t>drive.google.com/file/d/10rYELlHRaqggOJJ-awlfc-lbIeZhaUKD/view</a:t>
            </a:r>
            <a:r>
              <a:rPr lang="es-AR" sz="1800" dirty="0" smtClean="0"/>
              <a:t> </a:t>
            </a:r>
            <a:endParaRPr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Primeros pasos en simulación con LTSpice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36415" y="6319520"/>
            <a:ext cx="367119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  <a:latin typeface="Calibri"/>
              </a:defRPr>
            </a:pPr>
            <a:r>
              <a:rPr lang="es-AR" dirty="0" smtClean="0"/>
              <a:t>PROYECTO TRANSVERSAL IV – FACULTAD DE INGENIERÍA – UNMDP</a:t>
            </a:r>
          </a:p>
          <a:p>
            <a:pPr algn="ctr">
              <a:defRPr sz="1000">
                <a:solidFill>
                  <a:srgbClr val="646464"/>
                </a:solidFill>
                <a:latin typeface="Calibri"/>
              </a:defRPr>
            </a:pPr>
            <a:r>
              <a:rPr lang="es-AR" dirty="0" smtClean="0"/>
              <a:t> C. CEBEDIO – L. RABIOGLIO – M. MOREL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rPr sz="1800" b="1" dirty="0" err="1" smtClean="0"/>
              <a:t>Simulación</a:t>
            </a:r>
            <a:r>
              <a:rPr sz="1800" b="1" dirty="0" smtClean="0"/>
              <a:t> </a:t>
            </a:r>
            <a:r>
              <a:rPr sz="1800" b="1" dirty="0" err="1"/>
              <a:t>en</a:t>
            </a:r>
            <a:r>
              <a:rPr sz="1800" b="1" dirty="0"/>
              <a:t> </a:t>
            </a:r>
            <a:r>
              <a:rPr sz="1800" b="1" dirty="0" err="1"/>
              <a:t>LTSpice</a:t>
            </a:r>
            <a:endParaRPr sz="1800" b="1" dirty="0"/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rPr sz="1800" dirty="0" err="1"/>
              <a:t>Circuito</a:t>
            </a:r>
            <a:r>
              <a:rPr sz="1800" dirty="0"/>
              <a:t>: Fuente – Resistencia – LED – Tierra.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rPr sz="1800" dirty="0" err="1"/>
              <a:t>Análisis</a:t>
            </a:r>
            <a:r>
              <a:rPr sz="1800" dirty="0"/>
              <a:t> </a:t>
            </a:r>
            <a:r>
              <a:rPr sz="1800" dirty="0" err="1"/>
              <a:t>transitorio</a:t>
            </a:r>
            <a:r>
              <a:rPr sz="1800" dirty="0"/>
              <a:t> (.</a:t>
            </a:r>
            <a:r>
              <a:rPr sz="1800" dirty="0" err="1"/>
              <a:t>tran</a:t>
            </a:r>
            <a:r>
              <a:rPr sz="1800" dirty="0"/>
              <a:t>) o </a:t>
            </a:r>
            <a:r>
              <a:rPr sz="1800" dirty="0" err="1"/>
              <a:t>punto</a:t>
            </a:r>
            <a:r>
              <a:rPr sz="1800" dirty="0"/>
              <a:t> de </a:t>
            </a:r>
            <a:r>
              <a:rPr sz="1800" dirty="0" err="1"/>
              <a:t>operación</a:t>
            </a:r>
            <a:r>
              <a:rPr sz="1800" dirty="0"/>
              <a:t> (.op).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rPr sz="1800" dirty="0" err="1"/>
              <a:t>Medir</a:t>
            </a:r>
            <a:r>
              <a:rPr sz="1800" dirty="0"/>
              <a:t>: </a:t>
            </a:r>
            <a:r>
              <a:rPr sz="1800" dirty="0" err="1"/>
              <a:t>Corriente</a:t>
            </a:r>
            <a:r>
              <a:rPr sz="1800" dirty="0"/>
              <a:t> </a:t>
            </a:r>
            <a:r>
              <a:rPr sz="1800" dirty="0" err="1"/>
              <a:t>por</a:t>
            </a:r>
            <a:r>
              <a:rPr sz="1800" dirty="0"/>
              <a:t> el LED y </a:t>
            </a:r>
            <a:r>
              <a:rPr sz="1800" dirty="0" err="1"/>
              <a:t>tensión</a:t>
            </a:r>
            <a:r>
              <a:rPr sz="1800" dirty="0"/>
              <a:t> </a:t>
            </a:r>
            <a:r>
              <a:rPr sz="1800" dirty="0" err="1"/>
              <a:t>en</a:t>
            </a:r>
            <a:r>
              <a:rPr sz="1800" dirty="0"/>
              <a:t> </a:t>
            </a:r>
            <a:r>
              <a:rPr sz="1800" dirty="0" err="1"/>
              <a:t>sus</a:t>
            </a:r>
            <a:r>
              <a:rPr sz="1800" dirty="0"/>
              <a:t> </a:t>
            </a:r>
            <a:r>
              <a:rPr sz="1800" dirty="0" err="1"/>
              <a:t>terminales</a:t>
            </a:r>
            <a:r>
              <a:rPr sz="1800" dirty="0"/>
              <a:t>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rPr sz="1800" dirty="0" err="1"/>
              <a:t>Preguntas</a:t>
            </a:r>
            <a:r>
              <a:rPr sz="1800" dirty="0"/>
              <a:t> clave: </a:t>
            </a:r>
            <a:r>
              <a:rPr sz="1800" dirty="0" err="1"/>
              <a:t>efecto</a:t>
            </a:r>
            <a:r>
              <a:rPr sz="1800" dirty="0"/>
              <a:t> de </a:t>
            </a:r>
            <a:r>
              <a:rPr sz="1800" dirty="0" err="1"/>
              <a:t>variar</a:t>
            </a:r>
            <a:r>
              <a:rPr sz="1800" dirty="0"/>
              <a:t> </a:t>
            </a:r>
            <a:r>
              <a:rPr sz="1800" dirty="0" err="1"/>
              <a:t>resistencia</a:t>
            </a:r>
            <a:r>
              <a:rPr sz="1800" dirty="0"/>
              <a:t>, </a:t>
            </a:r>
            <a:r>
              <a:rPr sz="1800" dirty="0" err="1"/>
              <a:t>tensión</a:t>
            </a:r>
            <a:r>
              <a:rPr sz="1800" dirty="0"/>
              <a:t> de </a:t>
            </a:r>
            <a:r>
              <a:rPr sz="1800" dirty="0" err="1"/>
              <a:t>conducción</a:t>
            </a:r>
            <a:r>
              <a:rPr sz="1800" dirty="0"/>
              <a:t>, LED </a:t>
            </a:r>
            <a:r>
              <a:rPr sz="1800" dirty="0" err="1"/>
              <a:t>invertido</a:t>
            </a:r>
            <a:r>
              <a:rPr sz="1800" dirty="0"/>
              <a:t>, </a:t>
            </a:r>
            <a:r>
              <a:rPr sz="1800" dirty="0" err="1"/>
              <a:t>medición</a:t>
            </a:r>
            <a:r>
              <a:rPr sz="1800" dirty="0"/>
              <a:t> con </a:t>
            </a:r>
            <a:r>
              <a:rPr sz="1800" dirty="0" err="1"/>
              <a:t>llave</a:t>
            </a:r>
            <a:r>
              <a:rPr sz="1800" dirty="0"/>
              <a:t>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 err="1"/>
              <a:t>Actividad</a:t>
            </a:r>
            <a:r>
              <a:rPr dirty="0"/>
              <a:t> </a:t>
            </a:r>
            <a:r>
              <a:rPr dirty="0" smtClean="0"/>
              <a:t>1 </a:t>
            </a:r>
            <a:r>
              <a:rPr lang="es-AR" dirty="0" smtClean="0"/>
              <a:t/>
            </a:r>
            <a:br>
              <a:rPr lang="es-AR" dirty="0" smtClean="0"/>
            </a:br>
            <a:r>
              <a:rPr lang="es-AR" dirty="0" smtClean="0"/>
              <a:t>Parte A: </a:t>
            </a:r>
            <a:r>
              <a:rPr dirty="0" err="1" smtClean="0"/>
              <a:t>Simulación</a:t>
            </a:r>
            <a:r>
              <a:rPr dirty="0" smtClean="0"/>
              <a:t> </a:t>
            </a:r>
            <a:r>
              <a:rPr dirty="0"/>
              <a:t>de un 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36415" y="6319520"/>
            <a:ext cx="367119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  <a:latin typeface="Calibri"/>
              </a:defRPr>
            </a:pPr>
            <a:r>
              <a:rPr lang="es-AR" dirty="0" smtClean="0"/>
              <a:t>PROYECTO TRANSVERSAL IV – FACULTAD DE INGENIERÍA – UNMDP</a:t>
            </a:r>
          </a:p>
          <a:p>
            <a:pPr algn="ctr">
              <a:defRPr sz="1000">
                <a:solidFill>
                  <a:srgbClr val="646464"/>
                </a:solidFill>
                <a:latin typeface="Calibri"/>
              </a:defRPr>
            </a:pPr>
            <a:r>
              <a:rPr lang="es-AR" dirty="0" smtClean="0"/>
              <a:t> C. CEBEDIO – L. RABIOGLIO – M. MOREL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rPr sz="1800" dirty="0" err="1"/>
              <a:t>Materiales</a:t>
            </a:r>
            <a:r>
              <a:rPr sz="1800" dirty="0"/>
              <a:t>: Fuente, </a:t>
            </a:r>
            <a:r>
              <a:rPr sz="1800" dirty="0" err="1"/>
              <a:t>protoboard</a:t>
            </a:r>
            <a:r>
              <a:rPr sz="1800" dirty="0"/>
              <a:t>, cables, </a:t>
            </a:r>
            <a:r>
              <a:rPr sz="1800" dirty="0" err="1"/>
              <a:t>resistencias</a:t>
            </a:r>
            <a:r>
              <a:rPr sz="1800" dirty="0"/>
              <a:t>, LEDs, </a:t>
            </a:r>
            <a:r>
              <a:rPr sz="1800" dirty="0" err="1"/>
              <a:t>pulsador</a:t>
            </a:r>
            <a:r>
              <a:rPr sz="1800" dirty="0"/>
              <a:t> y </a:t>
            </a:r>
            <a:r>
              <a:rPr sz="1800" dirty="0" err="1"/>
              <a:t>llave</a:t>
            </a:r>
            <a:r>
              <a:rPr sz="1800" dirty="0"/>
              <a:t>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rPr sz="1800" b="1" dirty="0" err="1"/>
              <a:t>Actividades</a:t>
            </a:r>
            <a:r>
              <a:rPr sz="1800" b="1" dirty="0"/>
              <a:t>:</a:t>
            </a:r>
            <a:r>
              <a:rPr sz="1800" dirty="0"/>
              <a:t> </a:t>
            </a:r>
            <a:r>
              <a:rPr sz="1800" dirty="0" err="1"/>
              <a:t>Medir</a:t>
            </a:r>
            <a:r>
              <a:rPr sz="1800" dirty="0"/>
              <a:t> </a:t>
            </a:r>
            <a:r>
              <a:rPr sz="1800" dirty="0" err="1"/>
              <a:t>corriente</a:t>
            </a:r>
            <a:r>
              <a:rPr sz="1800" dirty="0"/>
              <a:t> y </a:t>
            </a:r>
            <a:r>
              <a:rPr sz="1800" dirty="0" err="1"/>
              <a:t>tensión</a:t>
            </a:r>
            <a:r>
              <a:rPr sz="1800" dirty="0"/>
              <a:t> </a:t>
            </a:r>
            <a:r>
              <a:rPr sz="1800" dirty="0" err="1"/>
              <a:t>en</a:t>
            </a:r>
            <a:r>
              <a:rPr sz="1800" dirty="0"/>
              <a:t> LEDs, </a:t>
            </a:r>
            <a:r>
              <a:rPr sz="1800" dirty="0" err="1"/>
              <a:t>verificar</a:t>
            </a:r>
            <a:r>
              <a:rPr sz="1800" dirty="0"/>
              <a:t> </a:t>
            </a:r>
            <a:r>
              <a:rPr sz="1800" dirty="0" err="1"/>
              <a:t>tensión</a:t>
            </a:r>
            <a:r>
              <a:rPr sz="1800" dirty="0"/>
              <a:t> </a:t>
            </a:r>
            <a:r>
              <a:rPr sz="1800" dirty="0" err="1"/>
              <a:t>en</a:t>
            </a:r>
            <a:r>
              <a:rPr sz="1800" dirty="0"/>
              <a:t> la </a:t>
            </a:r>
            <a:r>
              <a:rPr sz="1800" dirty="0" err="1"/>
              <a:t>llave</a:t>
            </a:r>
            <a:r>
              <a:rPr sz="1800" dirty="0"/>
              <a:t> </a:t>
            </a:r>
            <a:r>
              <a:rPr sz="1800" dirty="0" err="1"/>
              <a:t>cerrada</a:t>
            </a:r>
            <a:r>
              <a:rPr sz="1800" dirty="0"/>
              <a:t>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rPr sz="1800" dirty="0" err="1"/>
              <a:t>Comparar</a:t>
            </a:r>
            <a:r>
              <a:rPr sz="1800" dirty="0"/>
              <a:t> </a:t>
            </a:r>
            <a:r>
              <a:rPr sz="1800" dirty="0" err="1"/>
              <a:t>resultados</a:t>
            </a:r>
            <a:r>
              <a:rPr sz="1800" dirty="0"/>
              <a:t> </a:t>
            </a:r>
            <a:r>
              <a:rPr sz="1800" dirty="0" err="1"/>
              <a:t>simulación</a:t>
            </a:r>
            <a:r>
              <a:rPr sz="1800" dirty="0"/>
              <a:t> vs </a:t>
            </a:r>
            <a:r>
              <a:rPr sz="1800" dirty="0" err="1"/>
              <a:t>realidad</a:t>
            </a:r>
            <a:r>
              <a:rPr sz="1800" dirty="0"/>
              <a:t>: </a:t>
            </a:r>
            <a:r>
              <a:rPr sz="1800" dirty="0" err="1"/>
              <a:t>posibles</a:t>
            </a:r>
            <a:r>
              <a:rPr sz="1800" dirty="0"/>
              <a:t> </a:t>
            </a:r>
            <a:r>
              <a:rPr sz="1800" dirty="0" err="1"/>
              <a:t>diferencias</a:t>
            </a:r>
            <a:r>
              <a:rPr sz="1800" dirty="0"/>
              <a:t> </a:t>
            </a:r>
            <a:r>
              <a:rPr sz="1800" dirty="0" err="1"/>
              <a:t>por</a:t>
            </a:r>
            <a:r>
              <a:rPr sz="1800" dirty="0"/>
              <a:t> </a:t>
            </a:r>
            <a:r>
              <a:rPr sz="1800" dirty="0" err="1"/>
              <a:t>modelos</a:t>
            </a:r>
            <a:r>
              <a:rPr sz="1800" dirty="0"/>
              <a:t> </a:t>
            </a:r>
            <a:r>
              <a:rPr sz="1800" dirty="0" err="1"/>
              <a:t>ideales</a:t>
            </a:r>
            <a:r>
              <a:rPr sz="1800" dirty="0"/>
              <a:t>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rPr lang="es-AR" sz="1800" dirty="0" smtClean="0"/>
              <a:t>H</a:t>
            </a:r>
            <a:r>
              <a:rPr sz="1800" dirty="0" err="1" smtClean="0"/>
              <a:t>ojas</a:t>
            </a:r>
            <a:r>
              <a:rPr sz="1800" dirty="0" smtClean="0"/>
              <a:t> </a:t>
            </a:r>
            <a:r>
              <a:rPr sz="1800" dirty="0"/>
              <a:t>de </a:t>
            </a:r>
            <a:r>
              <a:rPr sz="1800" dirty="0" err="1"/>
              <a:t>datos</a:t>
            </a:r>
            <a:r>
              <a:rPr sz="1800" dirty="0"/>
              <a:t> </a:t>
            </a:r>
            <a:r>
              <a:rPr sz="1800" dirty="0" err="1"/>
              <a:t>están</a:t>
            </a:r>
            <a:r>
              <a:rPr sz="1800" dirty="0"/>
              <a:t> </a:t>
            </a:r>
            <a:r>
              <a:rPr sz="1800" dirty="0" err="1"/>
              <a:t>en</a:t>
            </a:r>
            <a:r>
              <a:rPr sz="1800" dirty="0"/>
              <a:t> </a:t>
            </a:r>
            <a:r>
              <a:rPr sz="1800" dirty="0">
                <a:hlinkClick r:id="rId2"/>
              </a:rPr>
              <a:t>https://www.alldatasheet.es</a:t>
            </a:r>
            <a:r>
              <a:rPr sz="1800" dirty="0" smtClean="0">
                <a:hlinkClick r:id="rId2"/>
              </a:rPr>
              <a:t>/</a:t>
            </a:r>
            <a:r>
              <a:rPr lang="es-AR" sz="1800" dirty="0" smtClean="0"/>
              <a:t> </a:t>
            </a:r>
            <a:endParaRPr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Parte B: Montaje real y comparación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36415" y="6319520"/>
            <a:ext cx="367119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  <a:latin typeface="Calibri"/>
              </a:defRPr>
            </a:pPr>
            <a:r>
              <a:rPr lang="es-AR" dirty="0" smtClean="0"/>
              <a:t>PROYECTO TRANSVERSAL IV – FACULTAD DE INGENIERÍA – UNMDP</a:t>
            </a:r>
          </a:p>
          <a:p>
            <a:pPr algn="ctr">
              <a:defRPr sz="1000">
                <a:solidFill>
                  <a:srgbClr val="646464"/>
                </a:solidFill>
                <a:latin typeface="Calibri"/>
              </a:defRPr>
            </a:pPr>
            <a:r>
              <a:rPr lang="es-AR" dirty="0" smtClean="0"/>
              <a:t> C. CEBEDIO – L. RABIOGLIO – M. MOREL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rPr sz="1800" dirty="0" err="1"/>
              <a:t>Diferencia</a:t>
            </a:r>
            <a:r>
              <a:rPr sz="1800" dirty="0"/>
              <a:t> entre </a:t>
            </a:r>
            <a:r>
              <a:rPr sz="1800" dirty="0" err="1"/>
              <a:t>modelo</a:t>
            </a:r>
            <a:r>
              <a:rPr sz="1800" dirty="0"/>
              <a:t> ideal y real: el ideal no </a:t>
            </a:r>
            <a:r>
              <a:rPr sz="1800" dirty="0" err="1"/>
              <a:t>contempla</a:t>
            </a:r>
            <a:r>
              <a:rPr sz="1800" dirty="0"/>
              <a:t> </a:t>
            </a:r>
            <a:r>
              <a:rPr sz="1800" dirty="0" err="1"/>
              <a:t>pérdidas</a:t>
            </a:r>
            <a:r>
              <a:rPr sz="1800" dirty="0"/>
              <a:t> </a:t>
            </a:r>
            <a:r>
              <a:rPr sz="1800" dirty="0" err="1"/>
              <a:t>ni</a:t>
            </a:r>
            <a:r>
              <a:rPr sz="1800" dirty="0"/>
              <a:t> </a:t>
            </a:r>
            <a:r>
              <a:rPr sz="1800" dirty="0" err="1"/>
              <a:t>características</a:t>
            </a:r>
            <a:r>
              <a:rPr sz="1800" dirty="0"/>
              <a:t> </a:t>
            </a:r>
            <a:r>
              <a:rPr sz="1800" dirty="0" err="1"/>
              <a:t>reales</a:t>
            </a:r>
            <a:r>
              <a:rPr sz="1800" dirty="0"/>
              <a:t>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rPr sz="1800" dirty="0" err="1"/>
              <a:t>Ajuste</a:t>
            </a:r>
            <a:r>
              <a:rPr sz="1800" dirty="0"/>
              <a:t> de </a:t>
            </a:r>
            <a:r>
              <a:rPr sz="1800" dirty="0" err="1"/>
              <a:t>simulación</a:t>
            </a:r>
            <a:r>
              <a:rPr sz="1800" dirty="0"/>
              <a:t>: </a:t>
            </a:r>
            <a:r>
              <a:rPr sz="1800" dirty="0" err="1"/>
              <a:t>modificar</a:t>
            </a:r>
            <a:r>
              <a:rPr sz="1800" dirty="0"/>
              <a:t> </a:t>
            </a:r>
            <a:r>
              <a:rPr sz="1800" dirty="0" err="1"/>
              <a:t>parámetros</a:t>
            </a:r>
            <a:r>
              <a:rPr sz="1800" dirty="0"/>
              <a:t> del </a:t>
            </a:r>
            <a:r>
              <a:rPr sz="1800" dirty="0" err="1"/>
              <a:t>modelo</a:t>
            </a:r>
            <a:r>
              <a:rPr sz="1800" dirty="0"/>
              <a:t> e </a:t>
            </a:r>
            <a:r>
              <a:rPr sz="1800" dirty="0" err="1"/>
              <a:t>incorporar</a:t>
            </a:r>
            <a:r>
              <a:rPr sz="1800" dirty="0"/>
              <a:t> </a:t>
            </a:r>
            <a:r>
              <a:rPr sz="1800" dirty="0" err="1"/>
              <a:t>modelos</a:t>
            </a:r>
            <a:r>
              <a:rPr sz="1800" dirty="0"/>
              <a:t> SPICE de </a:t>
            </a:r>
            <a:r>
              <a:rPr sz="1800" dirty="0" err="1"/>
              <a:t>fabricantes</a:t>
            </a:r>
            <a:r>
              <a:rPr sz="1800" dirty="0"/>
              <a:t>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rPr sz="1800" dirty="0" err="1"/>
              <a:t>Recursos</a:t>
            </a:r>
            <a:r>
              <a:rPr sz="1800" dirty="0"/>
              <a:t>: </a:t>
            </a:r>
            <a:r>
              <a:rPr sz="1800" dirty="0" err="1"/>
              <a:t>Librería</a:t>
            </a:r>
            <a:r>
              <a:rPr sz="1800" dirty="0"/>
              <a:t> de LEDs - </a:t>
            </a:r>
            <a:r>
              <a:rPr sz="1800" dirty="0">
                <a:hlinkClick r:id="rId2"/>
              </a:rPr>
              <a:t>https://</a:t>
            </a:r>
            <a:r>
              <a:rPr sz="1800" dirty="0" smtClean="0">
                <a:hlinkClick r:id="rId2"/>
              </a:rPr>
              <a:t>drive.google.com/drive/folders/1RLn19_n7JNeIaS6z8DWM_Hbi3slp9_As</a:t>
            </a:r>
            <a:r>
              <a:rPr lang="es-AR" sz="1800" dirty="0" smtClean="0"/>
              <a:t> </a:t>
            </a:r>
            <a:endParaRPr sz="1800" dirty="0"/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rPr sz="1800" dirty="0" err="1"/>
              <a:t>Instrucciones</a:t>
            </a:r>
            <a:r>
              <a:rPr sz="1800" dirty="0"/>
              <a:t> para </a:t>
            </a:r>
            <a:r>
              <a:rPr sz="1800" dirty="0" err="1"/>
              <a:t>agregar</a:t>
            </a:r>
            <a:r>
              <a:rPr sz="1800" dirty="0"/>
              <a:t> </a:t>
            </a:r>
            <a:r>
              <a:rPr sz="1800" dirty="0" err="1"/>
              <a:t>librerías</a:t>
            </a:r>
            <a:r>
              <a:rPr sz="1800" dirty="0"/>
              <a:t>: </a:t>
            </a:r>
            <a:r>
              <a:rPr sz="1800" dirty="0" err="1"/>
              <a:t>Libro</a:t>
            </a:r>
            <a:r>
              <a:rPr sz="1800" dirty="0"/>
              <a:t> UNLP, </a:t>
            </a:r>
            <a:r>
              <a:rPr sz="1800" dirty="0" err="1"/>
              <a:t>págs</a:t>
            </a:r>
            <a:r>
              <a:rPr sz="1800" dirty="0"/>
              <a:t>. 112–113.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rPr sz="1800" dirty="0" err="1"/>
              <a:t>Propuesta</a:t>
            </a:r>
            <a:r>
              <a:rPr sz="1800" dirty="0"/>
              <a:t> continua: Mini feria de </a:t>
            </a:r>
            <a:r>
              <a:rPr sz="1800" dirty="0" err="1"/>
              <a:t>componentes</a:t>
            </a:r>
            <a:r>
              <a:rPr sz="1800" dirty="0"/>
              <a:t> </a:t>
            </a:r>
            <a:r>
              <a:rPr sz="1800" dirty="0" err="1"/>
              <a:t>reciclados</a:t>
            </a:r>
            <a:r>
              <a:rPr sz="1800" dirty="0"/>
              <a:t>, banco de </a:t>
            </a:r>
            <a:r>
              <a:rPr sz="1800" dirty="0" err="1"/>
              <a:t>componentes</a:t>
            </a:r>
            <a:r>
              <a:rPr sz="1800" dirty="0"/>
              <a:t>, mini </a:t>
            </a:r>
            <a:r>
              <a:rPr sz="1800" dirty="0" err="1"/>
              <a:t>fichas</a:t>
            </a:r>
            <a:r>
              <a:rPr sz="1800" dirty="0"/>
              <a:t> e </a:t>
            </a:r>
            <a:r>
              <a:rPr sz="1800" dirty="0" err="1"/>
              <a:t>identificaciones</a:t>
            </a:r>
            <a:r>
              <a:rPr sz="1800" dirty="0"/>
              <a:t> </a:t>
            </a:r>
            <a:r>
              <a:rPr sz="1800" dirty="0" err="1"/>
              <a:t>visuales</a:t>
            </a:r>
            <a:r>
              <a:rPr sz="1800" dirty="0"/>
              <a:t>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AR" dirty="0" smtClean="0"/>
              <a:t>Parte C: </a:t>
            </a:r>
            <a:r>
              <a:rPr dirty="0" err="1" smtClean="0"/>
              <a:t>Modelos</a:t>
            </a:r>
            <a:r>
              <a:rPr dirty="0" smtClean="0"/>
              <a:t> </a:t>
            </a:r>
            <a:r>
              <a:rPr dirty="0" err="1"/>
              <a:t>reales</a:t>
            </a:r>
            <a:r>
              <a:rPr dirty="0"/>
              <a:t> y </a:t>
            </a:r>
            <a:r>
              <a:rPr dirty="0" err="1"/>
              <a:t>ajuste</a:t>
            </a:r>
            <a:r>
              <a:rPr dirty="0"/>
              <a:t> de </a:t>
            </a:r>
            <a:r>
              <a:rPr dirty="0" err="1"/>
              <a:t>simulación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2736415" y="6319520"/>
            <a:ext cx="367119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  <a:latin typeface="Calibri"/>
              </a:defRPr>
            </a:pPr>
            <a:r>
              <a:rPr lang="es-AR" dirty="0" smtClean="0"/>
              <a:t>PROYECTO TRANSVERSAL IV – FACULTAD DE INGENIERÍA – UNMDP</a:t>
            </a:r>
          </a:p>
          <a:p>
            <a:pPr algn="ctr">
              <a:defRPr sz="1000">
                <a:solidFill>
                  <a:srgbClr val="646464"/>
                </a:solidFill>
                <a:latin typeface="Calibri"/>
              </a:defRPr>
            </a:pPr>
            <a:r>
              <a:rPr lang="es-AR" dirty="0" smtClean="0"/>
              <a:t> C. CEBEDIO – L. RABIOGLIO – M. MOREL</a:t>
            </a:r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orma de onda">
  <a:themeElements>
    <a:clrScheme name="Forma de onda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Forma de onda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Forma de onda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Waveform</Template>
  <TotalTime>20</TotalTime>
  <Words>364</Words>
  <Application>Microsoft Office PowerPoint</Application>
  <PresentationFormat>Presentación en pantalla (4:3)</PresentationFormat>
  <Paragraphs>31</Paragraphs>
  <Slides>4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5" baseType="lpstr">
      <vt:lpstr>Forma de onda</vt:lpstr>
      <vt:lpstr>Primeros pasos en simulación con LTSpice</vt:lpstr>
      <vt:lpstr>Actividad 1  Parte A: Simulación de un LED</vt:lpstr>
      <vt:lpstr>Parte B: Montaje real y comparación</vt:lpstr>
      <vt:lpstr>Parte C: Modelos reales y ajuste de simulación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Primeros pasos en simulación con LTSpice</dc:title>
  <dc:creator>Mariano</dc:creator>
  <dc:description>generated using python-pptx</dc:description>
  <cp:lastModifiedBy>Yo</cp:lastModifiedBy>
  <cp:revision>4</cp:revision>
  <dcterms:created xsi:type="dcterms:W3CDTF">2013-01-27T09:14:16Z</dcterms:created>
  <dcterms:modified xsi:type="dcterms:W3CDTF">2025-08-12T16:56:03Z</dcterms:modified>
</cp:coreProperties>
</file>